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2828"/>
    <a:srgbClr val="2C29BF"/>
    <a:srgbClr val="AFAFDA"/>
    <a:srgbClr val="9B9AD6"/>
    <a:srgbClr val="8F8ED4"/>
    <a:srgbClr val="B5B5DB"/>
    <a:srgbClr val="8685D2"/>
    <a:srgbClr val="F2F4F9"/>
    <a:srgbClr val="E3E4F0"/>
    <a:srgbClr val="BFC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0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151-DDF7-4109-A9B5-4BECF115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66ADA-404E-449C-8801-7319C6457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B1A9-7339-44A6-8FFA-3AFA098B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8E9E0-05AB-4291-8DAE-52CC9F6A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3DE1-59D4-436C-B4D1-8460C39C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8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F0CE-77E7-4960-898A-B6EDF736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6C2F-2D1A-4032-8331-6E782A874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C8B98-48C7-4A93-B236-74EE54D0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DE1C8-DF1C-4E13-9BD6-7D9AAA83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6C15-9063-491F-99B9-A0D6C3BF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5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4723-8812-468A-922D-91C5A7D06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F77CE-D516-4937-8D2C-AABE9B6FB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7A898-BFC6-4818-A599-7D6C0D6A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E0970-49A2-4DA0-8030-A68C66D0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C086-DA34-438F-B506-93D2C0E0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D9E5-46C2-4034-8680-2F8E7FA0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02D8-039E-4860-82A9-150841AAD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330C5-C1CE-4ED0-8CC1-8352A662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9D2BC-7376-4363-B8C0-E7B17FC0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CA8A0-57CA-4649-B37F-B0C654F9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9D7BE-A6BD-438E-A4BB-F20E7042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5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769D-B85B-4DD6-97E0-815CD79E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D5BE5-0658-4CE6-BDF6-3B2F814F0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BEFC5-5DFB-4329-A01E-805B9D191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59BD4-975B-4405-BCAC-F903FB242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01E42-DBD7-4882-8D6E-D763755BF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B404B-BB94-422F-BC22-4A07BBE6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3A529-5A7A-40F4-9075-863D9E1E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F8ED9-2849-4ADD-A34A-265F1CB4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5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C581-074C-412A-A27D-FBEA3222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6ED46-769A-4784-84E5-46E2F63F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7874C-53F0-426D-A511-058CC2CD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86267-0C20-4809-A5DF-CD078914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4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2200E-CCDC-444A-95DC-644D60FE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E816A-A548-4D59-95DF-C9CDD9BE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EF394-6603-4F8B-B151-0BD0813C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3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0CE9-6B3C-434A-BD5D-E7C92F56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6048-A89F-4FC8-96C4-B51986B3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34A76-972A-4A14-9124-FE8C969D2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81D52-784B-4E41-9EA3-6F7CB5D38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DE6C9-3714-455A-9725-A8A3BCED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7A0B-4521-4D34-B95B-CD1C3375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9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2378-FD50-4B38-8F61-91E4D043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C26FE-7055-46F6-A6A9-725A8185F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4747D-EE24-48EC-B70F-FAE914A26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ACCC6-4379-491E-9C95-825973BE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D81E8-271B-417C-9A43-753CCF0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2FF97-4BF6-41EA-B3BD-92455D00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1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CE7E-5DCC-461C-B51E-E1FA9344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D680A-5C90-45EC-8A38-A61A44986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6A02-C1DD-4C24-88CF-DC9B818AE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F4F9-CB24-429A-858E-2883268D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8E13-2566-4217-A595-D614E651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4B88C-3873-4D88-87A8-BEC731AAE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B91D0-B357-4D6F-8B2A-B707AD566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BF973-8334-40A1-90EC-D3A6AEA3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8F9C-D893-4118-9A9D-02713F48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5F3C-A2FA-4417-ACD2-277A38F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6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FE171-0526-45B5-A20C-968CF60E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D0FC-4EBE-44BB-ACBB-32C3AE76A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A8A4-81C3-420A-96EC-207F35B94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82D21-9956-4FCC-8F6F-53601B87A8A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ED3EA-3118-4185-B7CE-B20D773E0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AA20B-3210-414D-85A5-7395C9CB2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7490-11C0-4759-8F00-6F9987D3F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2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948F-5A04-4686-885D-D137C34E7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2257F-BB8C-4A2B-81D9-C55764E8A5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85D8F0D2-5DC1-497D-B3F9-9167BE8EDCE5}"/>
              </a:ext>
            </a:extLst>
          </p:cNvPr>
          <p:cNvGrpSpPr/>
          <p:nvPr/>
        </p:nvGrpSpPr>
        <p:grpSpPr>
          <a:xfrm>
            <a:off x="1244881" y="36799"/>
            <a:ext cx="4563078" cy="6784401"/>
            <a:chOff x="1244881" y="36799"/>
            <a:chExt cx="4563078" cy="67844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D9B1686-43C5-460F-B309-60E438355ECA}"/>
                </a:ext>
              </a:extLst>
            </p:cNvPr>
            <p:cNvSpPr/>
            <p:nvPr/>
          </p:nvSpPr>
          <p:spPr>
            <a:xfrm>
              <a:off x="1244881" y="3435712"/>
              <a:ext cx="4489480" cy="3385487"/>
            </a:xfrm>
            <a:custGeom>
              <a:avLst/>
              <a:gdLst>
                <a:gd name="connsiteX0" fmla="*/ -924 w 4489480"/>
                <a:gd name="connsiteY0" fmla="*/ 3384714 h 3385487"/>
                <a:gd name="connsiteX1" fmla="*/ 274694 w 4489480"/>
                <a:gd name="connsiteY1" fmla="*/ 2777664 h 3385487"/>
                <a:gd name="connsiteX2" fmla="*/ 623790 w 4489480"/>
                <a:gd name="connsiteY2" fmla="*/ 1992774 h 3385487"/>
                <a:gd name="connsiteX3" fmla="*/ 1083175 w 4489480"/>
                <a:gd name="connsiteY3" fmla="*/ 1134287 h 3385487"/>
                <a:gd name="connsiteX4" fmla="*/ 1554805 w 4489480"/>
                <a:gd name="connsiteY4" fmla="*/ 429083 h 3385487"/>
                <a:gd name="connsiteX5" fmla="*/ 1934504 w 4489480"/>
                <a:gd name="connsiteY5" fmla="*/ 85715 h 3385487"/>
                <a:gd name="connsiteX6" fmla="*/ 2246894 w 4489480"/>
                <a:gd name="connsiteY6" fmla="*/ 2951 h 3385487"/>
                <a:gd name="connsiteX7" fmla="*/ 2571461 w 4489480"/>
                <a:gd name="connsiteY7" fmla="*/ 42827 h 3385487"/>
                <a:gd name="connsiteX8" fmla="*/ 2932828 w 4489480"/>
                <a:gd name="connsiteY8" fmla="*/ 349396 h 3385487"/>
                <a:gd name="connsiteX9" fmla="*/ 3294194 w 4489480"/>
                <a:gd name="connsiteY9" fmla="*/ 870605 h 3385487"/>
                <a:gd name="connsiteX10" fmla="*/ 3912819 w 4489480"/>
                <a:gd name="connsiteY10" fmla="*/ 2072461 h 3385487"/>
                <a:gd name="connsiteX11" fmla="*/ 4255786 w 4489480"/>
                <a:gd name="connsiteY11" fmla="*/ 2826707 h 3385487"/>
                <a:gd name="connsiteX12" fmla="*/ 4488557 w 4489480"/>
                <a:gd name="connsiteY12" fmla="*/ 3329516 h 338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89480" h="3385487">
                  <a:moveTo>
                    <a:pt x="-924" y="3384714"/>
                  </a:moveTo>
                  <a:cubicBezTo>
                    <a:pt x="84824" y="3197173"/>
                    <a:pt x="170573" y="3009631"/>
                    <a:pt x="274694" y="2777664"/>
                  </a:cubicBezTo>
                  <a:cubicBezTo>
                    <a:pt x="378815" y="2545629"/>
                    <a:pt x="489038" y="2266626"/>
                    <a:pt x="623790" y="1992774"/>
                  </a:cubicBezTo>
                  <a:cubicBezTo>
                    <a:pt x="758541" y="1718856"/>
                    <a:pt x="928017" y="1394890"/>
                    <a:pt x="1083175" y="1134287"/>
                  </a:cubicBezTo>
                  <a:cubicBezTo>
                    <a:pt x="1238333" y="873682"/>
                    <a:pt x="1412895" y="603845"/>
                    <a:pt x="1554805" y="429083"/>
                  </a:cubicBezTo>
                  <a:cubicBezTo>
                    <a:pt x="1696648" y="254321"/>
                    <a:pt x="1819156" y="156771"/>
                    <a:pt x="1934504" y="85715"/>
                  </a:cubicBezTo>
                  <a:cubicBezTo>
                    <a:pt x="2049852" y="14660"/>
                    <a:pt x="2131546" y="5493"/>
                    <a:pt x="2246894" y="2951"/>
                  </a:cubicBezTo>
                  <a:cubicBezTo>
                    <a:pt x="2362242" y="408"/>
                    <a:pt x="2457184" y="-14914"/>
                    <a:pt x="2571461" y="42827"/>
                  </a:cubicBezTo>
                  <a:cubicBezTo>
                    <a:pt x="2685807" y="100569"/>
                    <a:pt x="2812395" y="211434"/>
                    <a:pt x="2932828" y="349396"/>
                  </a:cubicBezTo>
                  <a:cubicBezTo>
                    <a:pt x="3053328" y="487359"/>
                    <a:pt x="3130873" y="583438"/>
                    <a:pt x="3294194" y="870605"/>
                  </a:cubicBezTo>
                  <a:cubicBezTo>
                    <a:pt x="3457582" y="1157771"/>
                    <a:pt x="3752576" y="1746489"/>
                    <a:pt x="3912819" y="2072461"/>
                  </a:cubicBezTo>
                  <a:cubicBezTo>
                    <a:pt x="4073062" y="2398500"/>
                    <a:pt x="4159841" y="2617221"/>
                    <a:pt x="4255786" y="2826707"/>
                  </a:cubicBezTo>
                  <a:cubicBezTo>
                    <a:pt x="4351799" y="3036194"/>
                    <a:pt x="4420178" y="3182854"/>
                    <a:pt x="4488557" y="3329516"/>
                  </a:cubicBezTo>
                </a:path>
              </a:pathLst>
            </a:custGeom>
            <a:solidFill>
              <a:srgbClr val="130FBA"/>
            </a:solidFill>
            <a:ln w="15307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50A40B-E462-4423-8446-A6B581157F7D}"/>
                </a:ext>
              </a:extLst>
            </p:cNvPr>
            <p:cNvSpPr/>
            <p:nvPr/>
          </p:nvSpPr>
          <p:spPr>
            <a:xfrm>
              <a:off x="1318479" y="36799"/>
              <a:ext cx="4489480" cy="3385487"/>
            </a:xfrm>
            <a:custGeom>
              <a:avLst/>
              <a:gdLst>
                <a:gd name="connsiteX0" fmla="*/ 4488557 w 4489480"/>
                <a:gd name="connsiteY0" fmla="*/ -774 h 3385487"/>
                <a:gd name="connsiteX1" fmla="*/ 4212966 w 4489480"/>
                <a:gd name="connsiteY1" fmla="*/ 606289 h 3385487"/>
                <a:gd name="connsiteX2" fmla="*/ 3863843 w 4489480"/>
                <a:gd name="connsiteY2" fmla="*/ 1391179 h 3385487"/>
                <a:gd name="connsiteX3" fmla="*/ 3404457 w 4489480"/>
                <a:gd name="connsiteY3" fmla="*/ 2249654 h 3385487"/>
                <a:gd name="connsiteX4" fmla="*/ 2932828 w 4489480"/>
                <a:gd name="connsiteY4" fmla="*/ 2954857 h 3385487"/>
                <a:gd name="connsiteX5" fmla="*/ 2553129 w 4489480"/>
                <a:gd name="connsiteY5" fmla="*/ 3298225 h 3385487"/>
                <a:gd name="connsiteX6" fmla="*/ 2240739 w 4489480"/>
                <a:gd name="connsiteY6" fmla="*/ 3380989 h 3385487"/>
                <a:gd name="connsiteX7" fmla="*/ 1916171 w 4489480"/>
                <a:gd name="connsiteY7" fmla="*/ 3341113 h 3385487"/>
                <a:gd name="connsiteX8" fmla="*/ 1554805 w 4489480"/>
                <a:gd name="connsiteY8" fmla="*/ 3034544 h 3385487"/>
                <a:gd name="connsiteX9" fmla="*/ 1193439 w 4489480"/>
                <a:gd name="connsiteY9" fmla="*/ 2513336 h 3385487"/>
                <a:gd name="connsiteX10" fmla="*/ 574814 w 4489480"/>
                <a:gd name="connsiteY10" fmla="*/ 1311466 h 3385487"/>
                <a:gd name="connsiteX11" fmla="*/ 231820 w 4489480"/>
                <a:gd name="connsiteY11" fmla="*/ 557233 h 3385487"/>
                <a:gd name="connsiteX12" fmla="*/ -924 w 4489480"/>
                <a:gd name="connsiteY12" fmla="*/ 54418 h 338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89480" h="3385487">
                  <a:moveTo>
                    <a:pt x="4488557" y="-774"/>
                  </a:moveTo>
                  <a:cubicBezTo>
                    <a:pt x="4402782" y="186760"/>
                    <a:pt x="4317073" y="374295"/>
                    <a:pt x="4212966" y="606289"/>
                  </a:cubicBezTo>
                  <a:cubicBezTo>
                    <a:pt x="4108791" y="838284"/>
                    <a:pt x="3998595" y="1117288"/>
                    <a:pt x="3863843" y="1391179"/>
                  </a:cubicBezTo>
                  <a:cubicBezTo>
                    <a:pt x="3729092" y="1665084"/>
                    <a:pt x="3559616" y="1989050"/>
                    <a:pt x="3404457" y="2249654"/>
                  </a:cubicBezTo>
                  <a:cubicBezTo>
                    <a:pt x="3249300" y="2510258"/>
                    <a:pt x="3074738" y="2780095"/>
                    <a:pt x="2932828" y="2954857"/>
                  </a:cubicBezTo>
                  <a:cubicBezTo>
                    <a:pt x="2790985" y="3129619"/>
                    <a:pt x="2668477" y="3227169"/>
                    <a:pt x="2553129" y="3298225"/>
                  </a:cubicBezTo>
                  <a:cubicBezTo>
                    <a:pt x="2437781" y="3369280"/>
                    <a:pt x="2356087" y="3378447"/>
                    <a:pt x="2240739" y="3380989"/>
                  </a:cubicBezTo>
                  <a:cubicBezTo>
                    <a:pt x="2125391" y="3383532"/>
                    <a:pt x="2030449" y="3398854"/>
                    <a:pt x="1916171" y="3341113"/>
                  </a:cubicBezTo>
                  <a:cubicBezTo>
                    <a:pt x="1801826" y="3283372"/>
                    <a:pt x="1675238" y="3172507"/>
                    <a:pt x="1554805" y="3034544"/>
                  </a:cubicBezTo>
                  <a:cubicBezTo>
                    <a:pt x="1434305" y="2896581"/>
                    <a:pt x="1356760" y="2800502"/>
                    <a:pt x="1193439" y="2513336"/>
                  </a:cubicBezTo>
                  <a:cubicBezTo>
                    <a:pt x="1030118" y="2226169"/>
                    <a:pt x="735056" y="1637452"/>
                    <a:pt x="574814" y="1311466"/>
                  </a:cubicBezTo>
                  <a:cubicBezTo>
                    <a:pt x="414570" y="985453"/>
                    <a:pt x="327772" y="766740"/>
                    <a:pt x="231820" y="557233"/>
                  </a:cubicBezTo>
                  <a:cubicBezTo>
                    <a:pt x="135868" y="347726"/>
                    <a:pt x="67469" y="201072"/>
                    <a:pt x="-924" y="54418"/>
                  </a:cubicBezTo>
                </a:path>
              </a:pathLst>
            </a:custGeom>
            <a:solidFill>
              <a:srgbClr val="FF0000"/>
            </a:solidFill>
            <a:ln w="15307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4455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B73F5A-9481-4B49-8697-B2B36E4B7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26811" y="0"/>
            <a:ext cx="4703584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348A3F9-25CE-4B4D-AFFF-01B2F33FACCF}"/>
              </a:ext>
            </a:extLst>
          </p:cNvPr>
          <p:cNvSpPr/>
          <p:nvPr/>
        </p:nvSpPr>
        <p:spPr>
          <a:xfrm>
            <a:off x="2540475" y="3472512"/>
            <a:ext cx="4489480" cy="3385487"/>
          </a:xfrm>
          <a:custGeom>
            <a:avLst/>
            <a:gdLst>
              <a:gd name="connsiteX0" fmla="*/ -924 w 4489480"/>
              <a:gd name="connsiteY0" fmla="*/ 3384714 h 3385487"/>
              <a:gd name="connsiteX1" fmla="*/ 274694 w 4489480"/>
              <a:gd name="connsiteY1" fmla="*/ 2777664 h 3385487"/>
              <a:gd name="connsiteX2" fmla="*/ 623790 w 4489480"/>
              <a:gd name="connsiteY2" fmla="*/ 1992774 h 3385487"/>
              <a:gd name="connsiteX3" fmla="*/ 1083175 w 4489480"/>
              <a:gd name="connsiteY3" fmla="*/ 1134287 h 3385487"/>
              <a:gd name="connsiteX4" fmla="*/ 1554805 w 4489480"/>
              <a:gd name="connsiteY4" fmla="*/ 429083 h 3385487"/>
              <a:gd name="connsiteX5" fmla="*/ 1934504 w 4489480"/>
              <a:gd name="connsiteY5" fmla="*/ 85715 h 3385487"/>
              <a:gd name="connsiteX6" fmla="*/ 2246894 w 4489480"/>
              <a:gd name="connsiteY6" fmla="*/ 2951 h 3385487"/>
              <a:gd name="connsiteX7" fmla="*/ 2571461 w 4489480"/>
              <a:gd name="connsiteY7" fmla="*/ 42827 h 3385487"/>
              <a:gd name="connsiteX8" fmla="*/ 2932828 w 4489480"/>
              <a:gd name="connsiteY8" fmla="*/ 349396 h 3385487"/>
              <a:gd name="connsiteX9" fmla="*/ 3294194 w 4489480"/>
              <a:gd name="connsiteY9" fmla="*/ 870605 h 3385487"/>
              <a:gd name="connsiteX10" fmla="*/ 3912819 w 4489480"/>
              <a:gd name="connsiteY10" fmla="*/ 2072461 h 3385487"/>
              <a:gd name="connsiteX11" fmla="*/ 4255786 w 4489480"/>
              <a:gd name="connsiteY11" fmla="*/ 2826707 h 3385487"/>
              <a:gd name="connsiteX12" fmla="*/ 4488557 w 4489480"/>
              <a:gd name="connsiteY12" fmla="*/ 3329516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-924" y="3384714"/>
                </a:moveTo>
                <a:cubicBezTo>
                  <a:pt x="84824" y="3197173"/>
                  <a:pt x="170573" y="3009631"/>
                  <a:pt x="274694" y="2777664"/>
                </a:cubicBezTo>
                <a:cubicBezTo>
                  <a:pt x="378815" y="2545629"/>
                  <a:pt x="489038" y="2266626"/>
                  <a:pt x="623790" y="1992774"/>
                </a:cubicBezTo>
                <a:cubicBezTo>
                  <a:pt x="758541" y="1718856"/>
                  <a:pt x="928017" y="1394890"/>
                  <a:pt x="1083175" y="1134287"/>
                </a:cubicBezTo>
                <a:cubicBezTo>
                  <a:pt x="1238333" y="873682"/>
                  <a:pt x="1412895" y="603845"/>
                  <a:pt x="1554805" y="429083"/>
                </a:cubicBezTo>
                <a:cubicBezTo>
                  <a:pt x="1696648" y="254321"/>
                  <a:pt x="1819156" y="156771"/>
                  <a:pt x="1934504" y="85715"/>
                </a:cubicBezTo>
                <a:cubicBezTo>
                  <a:pt x="2049852" y="14660"/>
                  <a:pt x="2131546" y="5493"/>
                  <a:pt x="2246894" y="2951"/>
                </a:cubicBezTo>
                <a:cubicBezTo>
                  <a:pt x="2362242" y="408"/>
                  <a:pt x="2457184" y="-14914"/>
                  <a:pt x="2571461" y="42827"/>
                </a:cubicBezTo>
                <a:cubicBezTo>
                  <a:pt x="2685807" y="100569"/>
                  <a:pt x="2812395" y="211434"/>
                  <a:pt x="2932828" y="349396"/>
                </a:cubicBezTo>
                <a:cubicBezTo>
                  <a:pt x="3053328" y="487359"/>
                  <a:pt x="3130873" y="583438"/>
                  <a:pt x="3294194" y="870605"/>
                </a:cubicBezTo>
                <a:cubicBezTo>
                  <a:pt x="3457582" y="1157771"/>
                  <a:pt x="3752576" y="1746489"/>
                  <a:pt x="3912819" y="2072461"/>
                </a:cubicBezTo>
                <a:cubicBezTo>
                  <a:pt x="4073062" y="2398500"/>
                  <a:pt x="4159841" y="2617221"/>
                  <a:pt x="4255786" y="2826707"/>
                </a:cubicBezTo>
                <a:cubicBezTo>
                  <a:pt x="4351799" y="3036194"/>
                  <a:pt x="4420178" y="3182854"/>
                  <a:pt x="4488557" y="3329516"/>
                </a:cubicBezTo>
              </a:path>
            </a:pathLst>
          </a:custGeom>
          <a:solidFill>
            <a:srgbClr val="130FBA"/>
          </a:solidFill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B3614E1-5511-4D1C-BCD1-FEACE39E2044}"/>
              </a:ext>
            </a:extLst>
          </p:cNvPr>
          <p:cNvSpPr/>
          <p:nvPr/>
        </p:nvSpPr>
        <p:spPr>
          <a:xfrm>
            <a:off x="2626451" y="62025"/>
            <a:ext cx="4489480" cy="3385487"/>
          </a:xfrm>
          <a:custGeom>
            <a:avLst/>
            <a:gdLst>
              <a:gd name="connsiteX0" fmla="*/ 4488557 w 4489480"/>
              <a:gd name="connsiteY0" fmla="*/ -774 h 3385487"/>
              <a:gd name="connsiteX1" fmla="*/ 4212966 w 4489480"/>
              <a:gd name="connsiteY1" fmla="*/ 606289 h 3385487"/>
              <a:gd name="connsiteX2" fmla="*/ 3863843 w 4489480"/>
              <a:gd name="connsiteY2" fmla="*/ 1391179 h 3385487"/>
              <a:gd name="connsiteX3" fmla="*/ 3404457 w 4489480"/>
              <a:gd name="connsiteY3" fmla="*/ 2249654 h 3385487"/>
              <a:gd name="connsiteX4" fmla="*/ 2932828 w 4489480"/>
              <a:gd name="connsiteY4" fmla="*/ 2954857 h 3385487"/>
              <a:gd name="connsiteX5" fmla="*/ 2553129 w 4489480"/>
              <a:gd name="connsiteY5" fmla="*/ 3298225 h 3385487"/>
              <a:gd name="connsiteX6" fmla="*/ 2240739 w 4489480"/>
              <a:gd name="connsiteY6" fmla="*/ 3380989 h 3385487"/>
              <a:gd name="connsiteX7" fmla="*/ 1916171 w 4489480"/>
              <a:gd name="connsiteY7" fmla="*/ 3341113 h 3385487"/>
              <a:gd name="connsiteX8" fmla="*/ 1554805 w 4489480"/>
              <a:gd name="connsiteY8" fmla="*/ 3034544 h 3385487"/>
              <a:gd name="connsiteX9" fmla="*/ 1193439 w 4489480"/>
              <a:gd name="connsiteY9" fmla="*/ 2513336 h 3385487"/>
              <a:gd name="connsiteX10" fmla="*/ 574814 w 4489480"/>
              <a:gd name="connsiteY10" fmla="*/ 1311466 h 3385487"/>
              <a:gd name="connsiteX11" fmla="*/ 231820 w 4489480"/>
              <a:gd name="connsiteY11" fmla="*/ 557233 h 3385487"/>
              <a:gd name="connsiteX12" fmla="*/ -924 w 4489480"/>
              <a:gd name="connsiteY12" fmla="*/ 54418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4488557" y="-774"/>
                </a:moveTo>
                <a:cubicBezTo>
                  <a:pt x="4402782" y="186760"/>
                  <a:pt x="4317073" y="374295"/>
                  <a:pt x="4212966" y="606289"/>
                </a:cubicBezTo>
                <a:cubicBezTo>
                  <a:pt x="4108791" y="838284"/>
                  <a:pt x="3998595" y="1117288"/>
                  <a:pt x="3863843" y="1391179"/>
                </a:cubicBezTo>
                <a:cubicBezTo>
                  <a:pt x="3729092" y="1665084"/>
                  <a:pt x="3559616" y="1989050"/>
                  <a:pt x="3404457" y="2249654"/>
                </a:cubicBezTo>
                <a:cubicBezTo>
                  <a:pt x="3249300" y="2510258"/>
                  <a:pt x="3074738" y="2780095"/>
                  <a:pt x="2932828" y="2954857"/>
                </a:cubicBezTo>
                <a:cubicBezTo>
                  <a:pt x="2790985" y="3129619"/>
                  <a:pt x="2668477" y="3227169"/>
                  <a:pt x="2553129" y="3298225"/>
                </a:cubicBezTo>
                <a:cubicBezTo>
                  <a:pt x="2437781" y="3369280"/>
                  <a:pt x="2356087" y="3378447"/>
                  <a:pt x="2240739" y="3380989"/>
                </a:cubicBezTo>
                <a:cubicBezTo>
                  <a:pt x="2125391" y="3383532"/>
                  <a:pt x="2030449" y="3398854"/>
                  <a:pt x="1916171" y="3341113"/>
                </a:cubicBezTo>
                <a:cubicBezTo>
                  <a:pt x="1801826" y="3283372"/>
                  <a:pt x="1675238" y="3172507"/>
                  <a:pt x="1554805" y="3034544"/>
                </a:cubicBezTo>
                <a:cubicBezTo>
                  <a:pt x="1434305" y="2896581"/>
                  <a:pt x="1356760" y="2800502"/>
                  <a:pt x="1193439" y="2513336"/>
                </a:cubicBezTo>
                <a:cubicBezTo>
                  <a:pt x="1030118" y="2226169"/>
                  <a:pt x="735056" y="1637452"/>
                  <a:pt x="574814" y="1311466"/>
                </a:cubicBezTo>
                <a:cubicBezTo>
                  <a:pt x="414570" y="985453"/>
                  <a:pt x="327772" y="766740"/>
                  <a:pt x="231820" y="557233"/>
                </a:cubicBezTo>
                <a:cubicBezTo>
                  <a:pt x="135868" y="347726"/>
                  <a:pt x="67469" y="201072"/>
                  <a:pt x="-924" y="54418"/>
                </a:cubicBezTo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26B399E-59EB-4E8D-B90E-E1BC6C29AA35}"/>
              </a:ext>
            </a:extLst>
          </p:cNvPr>
          <p:cNvSpPr/>
          <p:nvPr/>
        </p:nvSpPr>
        <p:spPr>
          <a:xfrm>
            <a:off x="2642730" y="87025"/>
            <a:ext cx="4473201" cy="3385487"/>
          </a:xfrm>
          <a:custGeom>
            <a:avLst/>
            <a:gdLst>
              <a:gd name="connsiteX0" fmla="*/ 0 w 2946427"/>
              <a:gd name="connsiteY0" fmla="*/ 0 h 1691972"/>
              <a:gd name="connsiteX1" fmla="*/ 2946427 w 2946427"/>
              <a:gd name="connsiteY1" fmla="*/ 0 h 1691972"/>
              <a:gd name="connsiteX2" fmla="*/ 2877312 w 2946427"/>
              <a:gd name="connsiteY2" fmla="*/ 132662 h 1691972"/>
              <a:gd name="connsiteX3" fmla="*/ 2639966 w 2946427"/>
              <a:gd name="connsiteY3" fmla="*/ 556912 h 1691972"/>
              <a:gd name="connsiteX4" fmla="*/ 2168337 w 2946427"/>
              <a:gd name="connsiteY4" fmla="*/ 1262115 h 1691972"/>
              <a:gd name="connsiteX5" fmla="*/ 1788638 w 2946427"/>
              <a:gd name="connsiteY5" fmla="*/ 1605483 h 1691972"/>
              <a:gd name="connsiteX6" fmla="*/ 1476248 w 2946427"/>
              <a:gd name="connsiteY6" fmla="*/ 1688247 h 1691972"/>
              <a:gd name="connsiteX7" fmla="*/ 1151680 w 2946427"/>
              <a:gd name="connsiteY7" fmla="*/ 1648371 h 1691972"/>
              <a:gd name="connsiteX8" fmla="*/ 790314 w 2946427"/>
              <a:gd name="connsiteY8" fmla="*/ 1341802 h 1691972"/>
              <a:gd name="connsiteX9" fmla="*/ 428948 w 2946427"/>
              <a:gd name="connsiteY9" fmla="*/ 820594 h 1691972"/>
              <a:gd name="connsiteX10" fmla="*/ 33416 w 2946427"/>
              <a:gd name="connsiteY10" fmla="*/ 66541 h 169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46427" h="1691972">
                <a:moveTo>
                  <a:pt x="0" y="0"/>
                </a:moveTo>
                <a:lnTo>
                  <a:pt x="2946427" y="0"/>
                </a:lnTo>
                <a:lnTo>
                  <a:pt x="2877312" y="132662"/>
                </a:lnTo>
                <a:cubicBezTo>
                  <a:pt x="2798704" y="280468"/>
                  <a:pt x="2717545" y="426610"/>
                  <a:pt x="2639966" y="556912"/>
                </a:cubicBezTo>
                <a:cubicBezTo>
                  <a:pt x="2484809" y="817516"/>
                  <a:pt x="2310247" y="1087353"/>
                  <a:pt x="2168337" y="1262115"/>
                </a:cubicBezTo>
                <a:cubicBezTo>
                  <a:pt x="2026494" y="1436877"/>
                  <a:pt x="1903986" y="1534427"/>
                  <a:pt x="1788638" y="1605483"/>
                </a:cubicBezTo>
                <a:cubicBezTo>
                  <a:pt x="1673290" y="1676538"/>
                  <a:pt x="1591596" y="1685705"/>
                  <a:pt x="1476248" y="1688247"/>
                </a:cubicBezTo>
                <a:cubicBezTo>
                  <a:pt x="1360900" y="1690790"/>
                  <a:pt x="1265958" y="1706112"/>
                  <a:pt x="1151680" y="1648371"/>
                </a:cubicBezTo>
                <a:cubicBezTo>
                  <a:pt x="1037335" y="1590630"/>
                  <a:pt x="910747" y="1479765"/>
                  <a:pt x="790314" y="1341802"/>
                </a:cubicBezTo>
                <a:cubicBezTo>
                  <a:pt x="669814" y="1203839"/>
                  <a:pt x="592269" y="1107760"/>
                  <a:pt x="428948" y="820594"/>
                </a:cubicBezTo>
                <a:cubicBezTo>
                  <a:pt x="326873" y="641115"/>
                  <a:pt x="173336" y="343842"/>
                  <a:pt x="33416" y="665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530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0F0BB4F-0421-46B2-A992-D1F0BD262AFD}"/>
              </a:ext>
            </a:extLst>
          </p:cNvPr>
          <p:cNvSpPr/>
          <p:nvPr/>
        </p:nvSpPr>
        <p:spPr>
          <a:xfrm>
            <a:off x="10898373" y="1360066"/>
            <a:ext cx="3090441" cy="1691972"/>
          </a:xfrm>
          <a:custGeom>
            <a:avLst/>
            <a:gdLst>
              <a:gd name="connsiteX0" fmla="*/ 0 w 2946427"/>
              <a:gd name="connsiteY0" fmla="*/ 0 h 1691972"/>
              <a:gd name="connsiteX1" fmla="*/ 2946427 w 2946427"/>
              <a:gd name="connsiteY1" fmla="*/ 0 h 1691972"/>
              <a:gd name="connsiteX2" fmla="*/ 2877312 w 2946427"/>
              <a:gd name="connsiteY2" fmla="*/ 132662 h 1691972"/>
              <a:gd name="connsiteX3" fmla="*/ 2639966 w 2946427"/>
              <a:gd name="connsiteY3" fmla="*/ 556912 h 1691972"/>
              <a:gd name="connsiteX4" fmla="*/ 2168337 w 2946427"/>
              <a:gd name="connsiteY4" fmla="*/ 1262115 h 1691972"/>
              <a:gd name="connsiteX5" fmla="*/ 1788638 w 2946427"/>
              <a:gd name="connsiteY5" fmla="*/ 1605483 h 1691972"/>
              <a:gd name="connsiteX6" fmla="*/ 1476248 w 2946427"/>
              <a:gd name="connsiteY6" fmla="*/ 1688247 h 1691972"/>
              <a:gd name="connsiteX7" fmla="*/ 1151680 w 2946427"/>
              <a:gd name="connsiteY7" fmla="*/ 1648371 h 1691972"/>
              <a:gd name="connsiteX8" fmla="*/ 790314 w 2946427"/>
              <a:gd name="connsiteY8" fmla="*/ 1341802 h 1691972"/>
              <a:gd name="connsiteX9" fmla="*/ 428948 w 2946427"/>
              <a:gd name="connsiteY9" fmla="*/ 820594 h 1691972"/>
              <a:gd name="connsiteX10" fmla="*/ 33416 w 2946427"/>
              <a:gd name="connsiteY10" fmla="*/ 66541 h 169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46427" h="1691972">
                <a:moveTo>
                  <a:pt x="0" y="0"/>
                </a:moveTo>
                <a:lnTo>
                  <a:pt x="2946427" y="0"/>
                </a:lnTo>
                <a:lnTo>
                  <a:pt x="2877312" y="132662"/>
                </a:lnTo>
                <a:cubicBezTo>
                  <a:pt x="2798704" y="280468"/>
                  <a:pt x="2717545" y="426610"/>
                  <a:pt x="2639966" y="556912"/>
                </a:cubicBezTo>
                <a:cubicBezTo>
                  <a:pt x="2484809" y="817516"/>
                  <a:pt x="2310247" y="1087353"/>
                  <a:pt x="2168337" y="1262115"/>
                </a:cubicBezTo>
                <a:cubicBezTo>
                  <a:pt x="2026494" y="1436877"/>
                  <a:pt x="1903986" y="1534427"/>
                  <a:pt x="1788638" y="1605483"/>
                </a:cubicBezTo>
                <a:cubicBezTo>
                  <a:pt x="1673290" y="1676538"/>
                  <a:pt x="1591596" y="1685705"/>
                  <a:pt x="1476248" y="1688247"/>
                </a:cubicBezTo>
                <a:cubicBezTo>
                  <a:pt x="1360900" y="1690790"/>
                  <a:pt x="1265958" y="1706112"/>
                  <a:pt x="1151680" y="1648371"/>
                </a:cubicBezTo>
                <a:cubicBezTo>
                  <a:pt x="1037335" y="1590630"/>
                  <a:pt x="910747" y="1479765"/>
                  <a:pt x="790314" y="1341802"/>
                </a:cubicBezTo>
                <a:cubicBezTo>
                  <a:pt x="669814" y="1203839"/>
                  <a:pt x="592269" y="1107760"/>
                  <a:pt x="428948" y="820594"/>
                </a:cubicBezTo>
                <a:cubicBezTo>
                  <a:pt x="326873" y="641115"/>
                  <a:pt x="173336" y="343842"/>
                  <a:pt x="33416" y="66541"/>
                </a:cubicBezTo>
                <a:close/>
              </a:path>
            </a:pathLst>
          </a:custGeom>
          <a:gradFill>
            <a:gsLst>
              <a:gs pos="0">
                <a:srgbClr val="130FBA"/>
              </a:gs>
              <a:gs pos="22000">
                <a:srgbClr val="3D3AC3"/>
              </a:gs>
              <a:gs pos="62000">
                <a:srgbClr val="7271CE"/>
              </a:gs>
              <a:gs pos="100000">
                <a:srgbClr val="9493D5"/>
              </a:gs>
            </a:gsLst>
            <a:lin ang="5400000" scaled="0"/>
          </a:gradFill>
          <a:ln w="1530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07949E-BDAC-4687-8B62-089172F4F3EB}"/>
              </a:ext>
            </a:extLst>
          </p:cNvPr>
          <p:cNvSpPr/>
          <p:nvPr/>
        </p:nvSpPr>
        <p:spPr>
          <a:xfrm rot="10800000">
            <a:off x="10127889" y="3550497"/>
            <a:ext cx="4473201" cy="3385487"/>
          </a:xfrm>
          <a:custGeom>
            <a:avLst/>
            <a:gdLst>
              <a:gd name="connsiteX0" fmla="*/ 0 w 2946427"/>
              <a:gd name="connsiteY0" fmla="*/ 0 h 1691972"/>
              <a:gd name="connsiteX1" fmla="*/ 2946427 w 2946427"/>
              <a:gd name="connsiteY1" fmla="*/ 0 h 1691972"/>
              <a:gd name="connsiteX2" fmla="*/ 2877312 w 2946427"/>
              <a:gd name="connsiteY2" fmla="*/ 132662 h 1691972"/>
              <a:gd name="connsiteX3" fmla="*/ 2639966 w 2946427"/>
              <a:gd name="connsiteY3" fmla="*/ 556912 h 1691972"/>
              <a:gd name="connsiteX4" fmla="*/ 2168337 w 2946427"/>
              <a:gd name="connsiteY4" fmla="*/ 1262115 h 1691972"/>
              <a:gd name="connsiteX5" fmla="*/ 1788638 w 2946427"/>
              <a:gd name="connsiteY5" fmla="*/ 1605483 h 1691972"/>
              <a:gd name="connsiteX6" fmla="*/ 1476248 w 2946427"/>
              <a:gd name="connsiteY6" fmla="*/ 1688247 h 1691972"/>
              <a:gd name="connsiteX7" fmla="*/ 1151680 w 2946427"/>
              <a:gd name="connsiteY7" fmla="*/ 1648371 h 1691972"/>
              <a:gd name="connsiteX8" fmla="*/ 790314 w 2946427"/>
              <a:gd name="connsiteY8" fmla="*/ 1341802 h 1691972"/>
              <a:gd name="connsiteX9" fmla="*/ 428948 w 2946427"/>
              <a:gd name="connsiteY9" fmla="*/ 820594 h 1691972"/>
              <a:gd name="connsiteX10" fmla="*/ 33416 w 2946427"/>
              <a:gd name="connsiteY10" fmla="*/ 66541 h 169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46427" h="1691972">
                <a:moveTo>
                  <a:pt x="0" y="0"/>
                </a:moveTo>
                <a:lnTo>
                  <a:pt x="2946427" y="0"/>
                </a:lnTo>
                <a:lnTo>
                  <a:pt x="2877312" y="132662"/>
                </a:lnTo>
                <a:cubicBezTo>
                  <a:pt x="2798704" y="280468"/>
                  <a:pt x="2717545" y="426610"/>
                  <a:pt x="2639966" y="556912"/>
                </a:cubicBezTo>
                <a:cubicBezTo>
                  <a:pt x="2484809" y="817516"/>
                  <a:pt x="2310247" y="1087353"/>
                  <a:pt x="2168337" y="1262115"/>
                </a:cubicBezTo>
                <a:cubicBezTo>
                  <a:pt x="2026494" y="1436877"/>
                  <a:pt x="1903986" y="1534427"/>
                  <a:pt x="1788638" y="1605483"/>
                </a:cubicBezTo>
                <a:cubicBezTo>
                  <a:pt x="1673290" y="1676538"/>
                  <a:pt x="1591596" y="1685705"/>
                  <a:pt x="1476248" y="1688247"/>
                </a:cubicBezTo>
                <a:cubicBezTo>
                  <a:pt x="1360900" y="1690790"/>
                  <a:pt x="1265958" y="1706112"/>
                  <a:pt x="1151680" y="1648371"/>
                </a:cubicBezTo>
                <a:cubicBezTo>
                  <a:pt x="1037335" y="1590630"/>
                  <a:pt x="910747" y="1479765"/>
                  <a:pt x="790314" y="1341802"/>
                </a:cubicBezTo>
                <a:cubicBezTo>
                  <a:pt x="669814" y="1203839"/>
                  <a:pt x="592269" y="1107760"/>
                  <a:pt x="428948" y="820594"/>
                </a:cubicBezTo>
                <a:cubicBezTo>
                  <a:pt x="326873" y="641115"/>
                  <a:pt x="173336" y="343842"/>
                  <a:pt x="33416" y="66541"/>
                </a:cubicBezTo>
                <a:close/>
              </a:path>
            </a:pathLst>
          </a:custGeom>
          <a:gradFill>
            <a:gsLst>
              <a:gs pos="0">
                <a:srgbClr val="8F8ED4"/>
              </a:gs>
              <a:gs pos="33000">
                <a:srgbClr val="9B9AD6"/>
              </a:gs>
              <a:gs pos="68000">
                <a:srgbClr val="AFAFDA">
                  <a:alpha val="50000"/>
                </a:srgbClr>
              </a:gs>
              <a:gs pos="100000">
                <a:srgbClr val="F2F4F9">
                  <a:alpha val="0"/>
                </a:srgbClr>
              </a:gs>
            </a:gsLst>
            <a:lin ang="16200000" scaled="0"/>
          </a:gradFill>
          <a:ln w="1530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F3C4F8-C481-4D76-978A-E5A95A029496}"/>
              </a:ext>
            </a:extLst>
          </p:cNvPr>
          <p:cNvSpPr/>
          <p:nvPr/>
        </p:nvSpPr>
        <p:spPr>
          <a:xfrm>
            <a:off x="10238158" y="-313129"/>
            <a:ext cx="4473201" cy="1835839"/>
          </a:xfrm>
          <a:custGeom>
            <a:avLst/>
            <a:gdLst>
              <a:gd name="connsiteX0" fmla="*/ 0 w 4473201"/>
              <a:gd name="connsiteY0" fmla="*/ 0 h 1835839"/>
              <a:gd name="connsiteX1" fmla="*/ 4473201 w 4473201"/>
              <a:gd name="connsiteY1" fmla="*/ 0 h 1835839"/>
              <a:gd name="connsiteX2" fmla="*/ 4368272 w 4473201"/>
              <a:gd name="connsiteY2" fmla="*/ 265445 h 1835839"/>
              <a:gd name="connsiteX3" fmla="*/ 4007939 w 4473201"/>
              <a:gd name="connsiteY3" fmla="*/ 1114332 h 1835839"/>
              <a:gd name="connsiteX4" fmla="*/ 3734678 w 4473201"/>
              <a:gd name="connsiteY4" fmla="*/ 1697746 h 1835839"/>
              <a:gd name="connsiteX5" fmla="*/ 3666351 w 4473201"/>
              <a:gd name="connsiteY5" fmla="*/ 1835839 h 1835839"/>
              <a:gd name="connsiteX6" fmla="*/ 736453 w 4473201"/>
              <a:gd name="connsiteY6" fmla="*/ 1835839 h 1835839"/>
              <a:gd name="connsiteX7" fmla="*/ 696232 w 4473201"/>
              <a:gd name="connsiteY7" fmla="*/ 1745306 h 1835839"/>
              <a:gd name="connsiteX8" fmla="*/ 651220 w 4473201"/>
              <a:gd name="connsiteY8" fmla="*/ 1641937 h 1835839"/>
              <a:gd name="connsiteX9" fmla="*/ 50732 w 4473201"/>
              <a:gd name="connsiteY9" fmla="*/ 133143 h 18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73201" h="1835839">
                <a:moveTo>
                  <a:pt x="0" y="0"/>
                </a:moveTo>
                <a:lnTo>
                  <a:pt x="4473201" y="0"/>
                </a:lnTo>
                <a:lnTo>
                  <a:pt x="4368272" y="265445"/>
                </a:lnTo>
                <a:cubicBezTo>
                  <a:pt x="4248931" y="561192"/>
                  <a:pt x="4125717" y="853609"/>
                  <a:pt x="4007939" y="1114332"/>
                </a:cubicBezTo>
                <a:cubicBezTo>
                  <a:pt x="3919605" y="1309874"/>
                  <a:pt x="3827129" y="1508014"/>
                  <a:pt x="3734678" y="1697746"/>
                </a:cubicBezTo>
                <a:lnTo>
                  <a:pt x="3666351" y="1835839"/>
                </a:lnTo>
                <a:lnTo>
                  <a:pt x="736453" y="1835839"/>
                </a:lnTo>
                <a:lnTo>
                  <a:pt x="696232" y="1745306"/>
                </a:lnTo>
                <a:cubicBezTo>
                  <a:pt x="681705" y="1712267"/>
                  <a:pt x="666717" y="1677849"/>
                  <a:pt x="651220" y="1641937"/>
                </a:cubicBezTo>
                <a:cubicBezTo>
                  <a:pt x="496252" y="1282815"/>
                  <a:pt x="263155" y="687998"/>
                  <a:pt x="50732" y="133143"/>
                </a:cubicBezTo>
                <a:close/>
              </a:path>
            </a:pathLst>
          </a:custGeom>
          <a:gradFill>
            <a:gsLst>
              <a:gs pos="0">
                <a:srgbClr val="FC1919"/>
              </a:gs>
              <a:gs pos="36000">
                <a:srgbClr val="ECAEAD"/>
              </a:gs>
              <a:gs pos="65000">
                <a:srgbClr val="EEEFF1"/>
              </a:gs>
              <a:gs pos="100000">
                <a:srgbClr val="FBFCFE">
                  <a:alpha val="0"/>
                </a:srgbClr>
              </a:gs>
            </a:gsLst>
            <a:lin ang="16200000" scaled="0"/>
          </a:gradFill>
          <a:ln w="1530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4D81E73-8021-4483-BB3E-16E282381A5B}"/>
              </a:ext>
            </a:extLst>
          </p:cNvPr>
          <p:cNvSpPr/>
          <p:nvPr/>
        </p:nvSpPr>
        <p:spPr>
          <a:xfrm>
            <a:off x="-8211316" y="2556675"/>
            <a:ext cx="4489480" cy="3385487"/>
          </a:xfrm>
          <a:custGeom>
            <a:avLst/>
            <a:gdLst>
              <a:gd name="connsiteX0" fmla="*/ -924 w 4489480"/>
              <a:gd name="connsiteY0" fmla="*/ 3384714 h 3385487"/>
              <a:gd name="connsiteX1" fmla="*/ 274694 w 4489480"/>
              <a:gd name="connsiteY1" fmla="*/ 2777664 h 3385487"/>
              <a:gd name="connsiteX2" fmla="*/ 623790 w 4489480"/>
              <a:gd name="connsiteY2" fmla="*/ 1992774 h 3385487"/>
              <a:gd name="connsiteX3" fmla="*/ 1083175 w 4489480"/>
              <a:gd name="connsiteY3" fmla="*/ 1134287 h 3385487"/>
              <a:gd name="connsiteX4" fmla="*/ 1554805 w 4489480"/>
              <a:gd name="connsiteY4" fmla="*/ 429083 h 3385487"/>
              <a:gd name="connsiteX5" fmla="*/ 1934504 w 4489480"/>
              <a:gd name="connsiteY5" fmla="*/ 85715 h 3385487"/>
              <a:gd name="connsiteX6" fmla="*/ 2246894 w 4489480"/>
              <a:gd name="connsiteY6" fmla="*/ 2951 h 3385487"/>
              <a:gd name="connsiteX7" fmla="*/ 2571461 w 4489480"/>
              <a:gd name="connsiteY7" fmla="*/ 42827 h 3385487"/>
              <a:gd name="connsiteX8" fmla="*/ 2932828 w 4489480"/>
              <a:gd name="connsiteY8" fmla="*/ 349396 h 3385487"/>
              <a:gd name="connsiteX9" fmla="*/ 3294194 w 4489480"/>
              <a:gd name="connsiteY9" fmla="*/ 870605 h 3385487"/>
              <a:gd name="connsiteX10" fmla="*/ 3912819 w 4489480"/>
              <a:gd name="connsiteY10" fmla="*/ 2072461 h 3385487"/>
              <a:gd name="connsiteX11" fmla="*/ 4255786 w 4489480"/>
              <a:gd name="connsiteY11" fmla="*/ 2826707 h 3385487"/>
              <a:gd name="connsiteX12" fmla="*/ 4488557 w 4489480"/>
              <a:gd name="connsiteY12" fmla="*/ 3329516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-924" y="3384714"/>
                </a:moveTo>
                <a:cubicBezTo>
                  <a:pt x="84824" y="3197173"/>
                  <a:pt x="170573" y="3009631"/>
                  <a:pt x="274694" y="2777664"/>
                </a:cubicBezTo>
                <a:cubicBezTo>
                  <a:pt x="378815" y="2545629"/>
                  <a:pt x="489038" y="2266626"/>
                  <a:pt x="623790" y="1992774"/>
                </a:cubicBezTo>
                <a:cubicBezTo>
                  <a:pt x="758541" y="1718856"/>
                  <a:pt x="928017" y="1394890"/>
                  <a:pt x="1083175" y="1134287"/>
                </a:cubicBezTo>
                <a:cubicBezTo>
                  <a:pt x="1238333" y="873682"/>
                  <a:pt x="1412895" y="603845"/>
                  <a:pt x="1554805" y="429083"/>
                </a:cubicBezTo>
                <a:cubicBezTo>
                  <a:pt x="1696648" y="254321"/>
                  <a:pt x="1819156" y="156771"/>
                  <a:pt x="1934504" y="85715"/>
                </a:cubicBezTo>
                <a:cubicBezTo>
                  <a:pt x="2049852" y="14660"/>
                  <a:pt x="2131546" y="5493"/>
                  <a:pt x="2246894" y="2951"/>
                </a:cubicBezTo>
                <a:cubicBezTo>
                  <a:pt x="2362242" y="408"/>
                  <a:pt x="2457184" y="-14914"/>
                  <a:pt x="2571461" y="42827"/>
                </a:cubicBezTo>
                <a:cubicBezTo>
                  <a:pt x="2685807" y="100569"/>
                  <a:pt x="2812395" y="211434"/>
                  <a:pt x="2932828" y="349396"/>
                </a:cubicBezTo>
                <a:cubicBezTo>
                  <a:pt x="3053328" y="487359"/>
                  <a:pt x="3130873" y="583438"/>
                  <a:pt x="3294194" y="870605"/>
                </a:cubicBezTo>
                <a:cubicBezTo>
                  <a:pt x="3457582" y="1157771"/>
                  <a:pt x="3752576" y="1746489"/>
                  <a:pt x="3912819" y="2072461"/>
                </a:cubicBezTo>
                <a:cubicBezTo>
                  <a:pt x="4073062" y="2398500"/>
                  <a:pt x="4159841" y="2617221"/>
                  <a:pt x="4255786" y="2826707"/>
                </a:cubicBezTo>
                <a:cubicBezTo>
                  <a:pt x="4351799" y="3036194"/>
                  <a:pt x="4420178" y="3182854"/>
                  <a:pt x="4488557" y="3329516"/>
                </a:cubicBezTo>
              </a:path>
            </a:pathLst>
          </a:custGeom>
          <a:solidFill>
            <a:srgbClr val="130FBA"/>
          </a:solidFill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B689ECF-1A08-4BFA-97A4-3A7EC6F128DE}"/>
              </a:ext>
            </a:extLst>
          </p:cNvPr>
          <p:cNvSpPr/>
          <p:nvPr/>
        </p:nvSpPr>
        <p:spPr>
          <a:xfrm>
            <a:off x="-8447361" y="-298481"/>
            <a:ext cx="4489480" cy="3385487"/>
          </a:xfrm>
          <a:custGeom>
            <a:avLst/>
            <a:gdLst>
              <a:gd name="connsiteX0" fmla="*/ 4488557 w 4489480"/>
              <a:gd name="connsiteY0" fmla="*/ -774 h 3385487"/>
              <a:gd name="connsiteX1" fmla="*/ 4212966 w 4489480"/>
              <a:gd name="connsiteY1" fmla="*/ 606289 h 3385487"/>
              <a:gd name="connsiteX2" fmla="*/ 3863843 w 4489480"/>
              <a:gd name="connsiteY2" fmla="*/ 1391179 h 3385487"/>
              <a:gd name="connsiteX3" fmla="*/ 3404457 w 4489480"/>
              <a:gd name="connsiteY3" fmla="*/ 2249654 h 3385487"/>
              <a:gd name="connsiteX4" fmla="*/ 2932828 w 4489480"/>
              <a:gd name="connsiteY4" fmla="*/ 2954857 h 3385487"/>
              <a:gd name="connsiteX5" fmla="*/ 2553129 w 4489480"/>
              <a:gd name="connsiteY5" fmla="*/ 3298225 h 3385487"/>
              <a:gd name="connsiteX6" fmla="*/ 2240739 w 4489480"/>
              <a:gd name="connsiteY6" fmla="*/ 3380989 h 3385487"/>
              <a:gd name="connsiteX7" fmla="*/ 1916171 w 4489480"/>
              <a:gd name="connsiteY7" fmla="*/ 3341113 h 3385487"/>
              <a:gd name="connsiteX8" fmla="*/ 1554805 w 4489480"/>
              <a:gd name="connsiteY8" fmla="*/ 3034544 h 3385487"/>
              <a:gd name="connsiteX9" fmla="*/ 1193439 w 4489480"/>
              <a:gd name="connsiteY9" fmla="*/ 2513336 h 3385487"/>
              <a:gd name="connsiteX10" fmla="*/ 574814 w 4489480"/>
              <a:gd name="connsiteY10" fmla="*/ 1311466 h 3385487"/>
              <a:gd name="connsiteX11" fmla="*/ 231820 w 4489480"/>
              <a:gd name="connsiteY11" fmla="*/ 557233 h 3385487"/>
              <a:gd name="connsiteX12" fmla="*/ -924 w 4489480"/>
              <a:gd name="connsiteY12" fmla="*/ 54418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4488557" y="-774"/>
                </a:moveTo>
                <a:cubicBezTo>
                  <a:pt x="4402782" y="186760"/>
                  <a:pt x="4317073" y="374295"/>
                  <a:pt x="4212966" y="606289"/>
                </a:cubicBezTo>
                <a:cubicBezTo>
                  <a:pt x="4108791" y="838284"/>
                  <a:pt x="3998595" y="1117288"/>
                  <a:pt x="3863843" y="1391179"/>
                </a:cubicBezTo>
                <a:cubicBezTo>
                  <a:pt x="3729092" y="1665084"/>
                  <a:pt x="3559616" y="1989050"/>
                  <a:pt x="3404457" y="2249654"/>
                </a:cubicBezTo>
                <a:cubicBezTo>
                  <a:pt x="3249300" y="2510258"/>
                  <a:pt x="3074738" y="2780095"/>
                  <a:pt x="2932828" y="2954857"/>
                </a:cubicBezTo>
                <a:cubicBezTo>
                  <a:pt x="2790985" y="3129619"/>
                  <a:pt x="2668477" y="3227169"/>
                  <a:pt x="2553129" y="3298225"/>
                </a:cubicBezTo>
                <a:cubicBezTo>
                  <a:pt x="2437781" y="3369280"/>
                  <a:pt x="2356087" y="3378447"/>
                  <a:pt x="2240739" y="3380989"/>
                </a:cubicBezTo>
                <a:cubicBezTo>
                  <a:pt x="2125391" y="3383532"/>
                  <a:pt x="2030449" y="3398854"/>
                  <a:pt x="1916171" y="3341113"/>
                </a:cubicBezTo>
                <a:cubicBezTo>
                  <a:pt x="1801826" y="3283372"/>
                  <a:pt x="1675238" y="3172507"/>
                  <a:pt x="1554805" y="3034544"/>
                </a:cubicBezTo>
                <a:cubicBezTo>
                  <a:pt x="1434305" y="2896581"/>
                  <a:pt x="1356760" y="2800502"/>
                  <a:pt x="1193439" y="2513336"/>
                </a:cubicBezTo>
                <a:cubicBezTo>
                  <a:pt x="1030118" y="2226169"/>
                  <a:pt x="735056" y="1637452"/>
                  <a:pt x="574814" y="1311466"/>
                </a:cubicBezTo>
                <a:cubicBezTo>
                  <a:pt x="414570" y="985453"/>
                  <a:pt x="327772" y="766740"/>
                  <a:pt x="231820" y="557233"/>
                </a:cubicBezTo>
                <a:cubicBezTo>
                  <a:pt x="135868" y="347726"/>
                  <a:pt x="67469" y="201072"/>
                  <a:pt x="-924" y="54418"/>
                </a:cubicBezTo>
              </a:path>
            </a:pathLst>
          </a:custGeom>
          <a:solidFill>
            <a:srgbClr val="FF0000"/>
          </a:solidFill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0FD58C-1AEF-45F6-BCA1-99A7C74B1F01}"/>
              </a:ext>
            </a:extLst>
          </p:cNvPr>
          <p:cNvCxnSpPr>
            <a:cxnSpLocks/>
          </p:cNvCxnSpPr>
          <p:nvPr/>
        </p:nvCxnSpPr>
        <p:spPr>
          <a:xfrm>
            <a:off x="11021568" y="1522710"/>
            <a:ext cx="288950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593A1E-9DCF-401F-9CFD-2E9EED13E553}"/>
              </a:ext>
            </a:extLst>
          </p:cNvPr>
          <p:cNvSpPr/>
          <p:nvPr/>
        </p:nvSpPr>
        <p:spPr>
          <a:xfrm>
            <a:off x="10127889" y="3541923"/>
            <a:ext cx="4489480" cy="3385487"/>
          </a:xfrm>
          <a:custGeom>
            <a:avLst/>
            <a:gdLst>
              <a:gd name="connsiteX0" fmla="*/ -924 w 4489480"/>
              <a:gd name="connsiteY0" fmla="*/ 3384714 h 3385487"/>
              <a:gd name="connsiteX1" fmla="*/ 274694 w 4489480"/>
              <a:gd name="connsiteY1" fmla="*/ 2777664 h 3385487"/>
              <a:gd name="connsiteX2" fmla="*/ 623790 w 4489480"/>
              <a:gd name="connsiteY2" fmla="*/ 1992774 h 3385487"/>
              <a:gd name="connsiteX3" fmla="*/ 1083175 w 4489480"/>
              <a:gd name="connsiteY3" fmla="*/ 1134287 h 3385487"/>
              <a:gd name="connsiteX4" fmla="*/ 1554805 w 4489480"/>
              <a:gd name="connsiteY4" fmla="*/ 429083 h 3385487"/>
              <a:gd name="connsiteX5" fmla="*/ 1934504 w 4489480"/>
              <a:gd name="connsiteY5" fmla="*/ 85715 h 3385487"/>
              <a:gd name="connsiteX6" fmla="*/ 2246894 w 4489480"/>
              <a:gd name="connsiteY6" fmla="*/ 2951 h 3385487"/>
              <a:gd name="connsiteX7" fmla="*/ 2571461 w 4489480"/>
              <a:gd name="connsiteY7" fmla="*/ 42827 h 3385487"/>
              <a:gd name="connsiteX8" fmla="*/ 2932828 w 4489480"/>
              <a:gd name="connsiteY8" fmla="*/ 349396 h 3385487"/>
              <a:gd name="connsiteX9" fmla="*/ 3294194 w 4489480"/>
              <a:gd name="connsiteY9" fmla="*/ 870605 h 3385487"/>
              <a:gd name="connsiteX10" fmla="*/ 3912819 w 4489480"/>
              <a:gd name="connsiteY10" fmla="*/ 2072461 h 3385487"/>
              <a:gd name="connsiteX11" fmla="*/ 4255786 w 4489480"/>
              <a:gd name="connsiteY11" fmla="*/ 2826707 h 3385487"/>
              <a:gd name="connsiteX12" fmla="*/ 4488557 w 4489480"/>
              <a:gd name="connsiteY12" fmla="*/ 3329516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-924" y="3384714"/>
                </a:moveTo>
                <a:cubicBezTo>
                  <a:pt x="84824" y="3197173"/>
                  <a:pt x="170573" y="3009631"/>
                  <a:pt x="274694" y="2777664"/>
                </a:cubicBezTo>
                <a:cubicBezTo>
                  <a:pt x="378815" y="2545629"/>
                  <a:pt x="489038" y="2266626"/>
                  <a:pt x="623790" y="1992774"/>
                </a:cubicBezTo>
                <a:cubicBezTo>
                  <a:pt x="758541" y="1718856"/>
                  <a:pt x="928017" y="1394890"/>
                  <a:pt x="1083175" y="1134287"/>
                </a:cubicBezTo>
                <a:cubicBezTo>
                  <a:pt x="1238333" y="873682"/>
                  <a:pt x="1412895" y="603845"/>
                  <a:pt x="1554805" y="429083"/>
                </a:cubicBezTo>
                <a:cubicBezTo>
                  <a:pt x="1696648" y="254321"/>
                  <a:pt x="1819156" y="156771"/>
                  <a:pt x="1934504" y="85715"/>
                </a:cubicBezTo>
                <a:cubicBezTo>
                  <a:pt x="2049852" y="14660"/>
                  <a:pt x="2131546" y="5493"/>
                  <a:pt x="2246894" y="2951"/>
                </a:cubicBezTo>
                <a:cubicBezTo>
                  <a:pt x="2362242" y="408"/>
                  <a:pt x="2457184" y="-14914"/>
                  <a:pt x="2571461" y="42827"/>
                </a:cubicBezTo>
                <a:cubicBezTo>
                  <a:pt x="2685807" y="100569"/>
                  <a:pt x="2812395" y="211434"/>
                  <a:pt x="2932828" y="349396"/>
                </a:cubicBezTo>
                <a:cubicBezTo>
                  <a:pt x="3053328" y="487359"/>
                  <a:pt x="3130873" y="583438"/>
                  <a:pt x="3294194" y="870605"/>
                </a:cubicBezTo>
                <a:cubicBezTo>
                  <a:pt x="3457582" y="1157771"/>
                  <a:pt x="3752576" y="1746489"/>
                  <a:pt x="3912819" y="2072461"/>
                </a:cubicBezTo>
                <a:cubicBezTo>
                  <a:pt x="4073062" y="2398500"/>
                  <a:pt x="4159841" y="2617221"/>
                  <a:pt x="4255786" y="2826707"/>
                </a:cubicBezTo>
                <a:cubicBezTo>
                  <a:pt x="4351799" y="3036194"/>
                  <a:pt x="4420178" y="3182854"/>
                  <a:pt x="4488557" y="3329516"/>
                </a:cubicBezTo>
              </a:path>
            </a:pathLst>
          </a:custGeom>
          <a:noFill/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546BE91-984A-41CB-A85E-5D16144A34EF}"/>
              </a:ext>
            </a:extLst>
          </p:cNvPr>
          <p:cNvSpPr/>
          <p:nvPr/>
        </p:nvSpPr>
        <p:spPr>
          <a:xfrm>
            <a:off x="10214467" y="-271691"/>
            <a:ext cx="4489480" cy="3385487"/>
          </a:xfrm>
          <a:custGeom>
            <a:avLst/>
            <a:gdLst>
              <a:gd name="connsiteX0" fmla="*/ 4488557 w 4489480"/>
              <a:gd name="connsiteY0" fmla="*/ -774 h 3385487"/>
              <a:gd name="connsiteX1" fmla="*/ 4212966 w 4489480"/>
              <a:gd name="connsiteY1" fmla="*/ 606289 h 3385487"/>
              <a:gd name="connsiteX2" fmla="*/ 3863843 w 4489480"/>
              <a:gd name="connsiteY2" fmla="*/ 1391179 h 3385487"/>
              <a:gd name="connsiteX3" fmla="*/ 3404457 w 4489480"/>
              <a:gd name="connsiteY3" fmla="*/ 2249654 h 3385487"/>
              <a:gd name="connsiteX4" fmla="*/ 2932828 w 4489480"/>
              <a:gd name="connsiteY4" fmla="*/ 2954857 h 3385487"/>
              <a:gd name="connsiteX5" fmla="*/ 2553129 w 4489480"/>
              <a:gd name="connsiteY5" fmla="*/ 3298225 h 3385487"/>
              <a:gd name="connsiteX6" fmla="*/ 2240739 w 4489480"/>
              <a:gd name="connsiteY6" fmla="*/ 3380989 h 3385487"/>
              <a:gd name="connsiteX7" fmla="*/ 1916171 w 4489480"/>
              <a:gd name="connsiteY7" fmla="*/ 3341113 h 3385487"/>
              <a:gd name="connsiteX8" fmla="*/ 1554805 w 4489480"/>
              <a:gd name="connsiteY8" fmla="*/ 3034544 h 3385487"/>
              <a:gd name="connsiteX9" fmla="*/ 1193439 w 4489480"/>
              <a:gd name="connsiteY9" fmla="*/ 2513336 h 3385487"/>
              <a:gd name="connsiteX10" fmla="*/ 574814 w 4489480"/>
              <a:gd name="connsiteY10" fmla="*/ 1311466 h 3385487"/>
              <a:gd name="connsiteX11" fmla="*/ 231820 w 4489480"/>
              <a:gd name="connsiteY11" fmla="*/ 557233 h 3385487"/>
              <a:gd name="connsiteX12" fmla="*/ -924 w 4489480"/>
              <a:gd name="connsiteY12" fmla="*/ 54418 h 338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89480" h="3385487">
                <a:moveTo>
                  <a:pt x="4488557" y="-774"/>
                </a:moveTo>
                <a:cubicBezTo>
                  <a:pt x="4402782" y="186760"/>
                  <a:pt x="4317073" y="374295"/>
                  <a:pt x="4212966" y="606289"/>
                </a:cubicBezTo>
                <a:cubicBezTo>
                  <a:pt x="4108791" y="838284"/>
                  <a:pt x="3998595" y="1117288"/>
                  <a:pt x="3863843" y="1391179"/>
                </a:cubicBezTo>
                <a:cubicBezTo>
                  <a:pt x="3729092" y="1665084"/>
                  <a:pt x="3559616" y="1989050"/>
                  <a:pt x="3404457" y="2249654"/>
                </a:cubicBezTo>
                <a:cubicBezTo>
                  <a:pt x="3249300" y="2510258"/>
                  <a:pt x="3074738" y="2780095"/>
                  <a:pt x="2932828" y="2954857"/>
                </a:cubicBezTo>
                <a:cubicBezTo>
                  <a:pt x="2790985" y="3129619"/>
                  <a:pt x="2668477" y="3227169"/>
                  <a:pt x="2553129" y="3298225"/>
                </a:cubicBezTo>
                <a:cubicBezTo>
                  <a:pt x="2437781" y="3369280"/>
                  <a:pt x="2356087" y="3378447"/>
                  <a:pt x="2240739" y="3380989"/>
                </a:cubicBezTo>
                <a:cubicBezTo>
                  <a:pt x="2125391" y="3383532"/>
                  <a:pt x="2030449" y="3398854"/>
                  <a:pt x="1916171" y="3341113"/>
                </a:cubicBezTo>
                <a:cubicBezTo>
                  <a:pt x="1801826" y="3283372"/>
                  <a:pt x="1675238" y="3172507"/>
                  <a:pt x="1554805" y="3034544"/>
                </a:cubicBezTo>
                <a:cubicBezTo>
                  <a:pt x="1434305" y="2896581"/>
                  <a:pt x="1356760" y="2800502"/>
                  <a:pt x="1193439" y="2513336"/>
                </a:cubicBezTo>
                <a:cubicBezTo>
                  <a:pt x="1030118" y="2226169"/>
                  <a:pt x="735056" y="1637452"/>
                  <a:pt x="574814" y="1311466"/>
                </a:cubicBezTo>
                <a:cubicBezTo>
                  <a:pt x="414570" y="985453"/>
                  <a:pt x="327772" y="766740"/>
                  <a:pt x="231820" y="557233"/>
                </a:cubicBezTo>
                <a:cubicBezTo>
                  <a:pt x="135868" y="347726"/>
                  <a:pt x="67469" y="201072"/>
                  <a:pt x="-924" y="54418"/>
                </a:cubicBezTo>
              </a:path>
            </a:pathLst>
          </a:custGeom>
          <a:noFill/>
          <a:ln w="15307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9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Александр Мельниченко</dc:creator>
  <cp:lastModifiedBy>Александр Мельниченко</cp:lastModifiedBy>
  <cp:revision>5</cp:revision>
  <dcterms:created xsi:type="dcterms:W3CDTF">2025-12-11T01:29:18Z</dcterms:created>
  <dcterms:modified xsi:type="dcterms:W3CDTF">2025-12-11T02:03:57Z</dcterms:modified>
</cp:coreProperties>
</file>